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Initial Enterprise Architecture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Production-ready multimodal RAG system</a:t>
            </a:r>
          </a:p>
          <a:p>
            <a:pPr lvl="1"/>
            <a:r>
              <a:t>• Vision-Language Models (VLMs) for layout &amp; diagrams</a:t>
            </a:r>
          </a:p>
          <a:p>
            <a:pPr lvl="1"/>
            <a:r>
              <a:t>• OCR pipeline for image-text extraction</a:t>
            </a:r>
          </a:p>
          <a:p>
            <a:pPr lvl="1"/>
            <a:r>
              <a:t>• Separate structured DB for tables &amp; relationships</a:t>
            </a:r>
          </a:p>
          <a:p>
            <a:pPr lvl="1"/>
            <a:r>
              <a:t>• Redis caching for repeated queries</a:t>
            </a:r>
          </a:p>
          <a:p>
            <a:pPr lvl="1"/>
            <a:r>
              <a:t>• Distributed Milvus (Docker + MinIO + etcd)</a:t>
            </a:r>
          </a:p>
          <a:p>
            <a:pPr lvl="1"/>
            <a:r>
              <a:t>• Hybrid retrieval (vector + keyword search)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Why Initial Design Was Infra-Heavy &amp; Costly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VLM inference requires GPU → high compute cost</a:t>
            </a:r>
          </a:p>
          <a:p>
            <a:pPr lvl="1"/>
            <a:r>
              <a:t>• Structured DB → schema management &amp; joins</a:t>
            </a:r>
          </a:p>
          <a:p>
            <a:pPr lvl="1"/>
            <a:r>
              <a:t>• Distributed Milvus → MinIO + etcd dependencies</a:t>
            </a:r>
          </a:p>
          <a:p>
            <a:pPr lvl="1"/>
            <a:r>
              <a:t>• Hybrid retrieval → additional infra layer</a:t>
            </a:r>
          </a:p>
          <a:p>
            <a:pPr lvl="1"/>
            <a:r>
              <a:t>• Monitoring &amp; DevOps overhead increased</a:t>
            </a:r>
          </a:p>
          <a:p>
            <a:pPr lvl="1"/>
            <a:r>
              <a:t>Conclusion: Powerful but expensive for early stage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Current Adopted Architecture (Cost-Efficient)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Pipeline: Parse → Sentence Chunk → OCR → Embed → Milvus Lite → Rerank → LLM → Confidence</a:t>
            </a:r>
          </a:p>
          <a:p>
            <a:pPr lvl="1"/>
            <a:r>
              <a:t>• Supports: PDF, DOCX, PPTX, HTML, TXT</a:t>
            </a:r>
          </a:p>
          <a:p>
            <a:pPr lvl="1"/>
            <a:r>
              <a:t>• Caption fallback for vector-based figures</a:t>
            </a:r>
          </a:p>
          <a:p>
            <a:pPr lvl="1"/>
            <a:r>
              <a:t>• Single embedding model for all modalities</a:t>
            </a:r>
          </a:p>
          <a:p>
            <a:pPr lvl="1"/>
            <a:r>
              <a:t>• Milvus Lite (no cluster infra required)</a:t>
            </a:r>
          </a:p>
          <a:p>
            <a:pPr lvl="1"/>
            <a:r>
              <a:t>Scales up to ~200k vectors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Sentence-Based Chunking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sentence chunking?</a:t>
            </a:r>
          </a:p>
          <a:p>
            <a:pPr lvl="1"/>
            <a:r>
              <a:t>• Deterministic O(N) processing</a:t>
            </a:r>
          </a:p>
          <a:p>
            <a:pPr lvl="1"/>
            <a:r>
              <a:t>• No extra semantic model cost</a:t>
            </a:r>
          </a:p>
          <a:p>
            <a:pPr lvl="1"/>
            <a:r>
              <a:t>• 15% overlap preserves context continuity</a:t>
            </a:r>
          </a:p>
          <a:p>
            <a:pPr lvl="1"/>
            <a:r>
              <a:t>Limitations:</a:t>
            </a:r>
          </a:p>
          <a:p>
            <a:pPr lvl="1"/>
            <a:r>
              <a:t>• Breaks table &amp; layout structure</a:t>
            </a:r>
          </a:p>
          <a:p>
            <a:pPr lvl="1"/>
            <a:r>
              <a:t>• No diagram relationship understanding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Database &amp; Indexing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Milvus Lite?</a:t>
            </a:r>
          </a:p>
          <a:p>
            <a:pPr lvl="1"/>
            <a:r>
              <a:t>• Lightweight &amp; easy deployment</a:t>
            </a:r>
          </a:p>
          <a:p>
            <a:pPr lvl="1"/>
            <a:r>
              <a:t>• No MinIO / etcd required</a:t>
            </a:r>
          </a:p>
          <a:p>
            <a:pPr lvl="1"/>
            <a:r>
              <a:t>Index: FLAT + COSINE</a:t>
            </a:r>
          </a:p>
          <a:p>
            <a:pPr lvl="1"/>
            <a:r>
              <a:t>• Exact nearest neighbor (perfect recall)</a:t>
            </a:r>
          </a:p>
          <a:p>
            <a:pPr lvl="1"/>
            <a:r>
              <a:t>• No tuning complexity</a:t>
            </a:r>
          </a:p>
          <a:p>
            <a:pPr lvl="1"/>
            <a:r>
              <a:t>Limitation: O(N) latency as data grows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Metadata, Confidence &amp; Fallback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Metadata: doc_id, file_name, type, modality, page, section, timestamp</a:t>
            </a:r>
          </a:p>
          <a:p>
            <a:pPr lvl="1"/>
            <a:r>
              <a:t>Purpose: filtering, traceability, explainability</a:t>
            </a:r>
          </a:p>
          <a:p>
            <a:pPr lvl="1"/>
            <a:r>
              <a:t>Confidence = 40% similarity + 40% rerank + 20% density</a:t>
            </a:r>
          </a:p>
          <a:p>
            <a:pPr lvl="1"/>
            <a:r>
              <a:t>Indicates retrieval reliability</a:t>
            </a:r>
          </a:p>
          <a:p>
            <a:pPr lvl="1"/>
            <a:r>
              <a:t>Fallback LLM: Large model → smaller model on failure</a:t>
            </a:r>
          </a:p>
          <a:p>
            <a:pPr lvl="1"/>
            <a:r>
              <a:t>Ensures resilience &amp;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7️⃣ Cost Effectiveness – 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Savings From:</a:t>
            </a:r>
          </a:p>
          <a:p>
            <a:pPr lvl="1"/>
            <a:r>
              <a:t>• No VLM inference</a:t>
            </a:r>
          </a:p>
          <a:p>
            <a:pPr lvl="1"/>
            <a:r>
              <a:t>• No hybrid retrieval infra</a:t>
            </a:r>
          </a:p>
          <a:p>
            <a:pPr lvl="1"/>
            <a:r>
              <a:t>• Single embedding model</a:t>
            </a:r>
          </a:p>
          <a:p>
            <a:pPr lvl="1"/>
            <a:r>
              <a:t>• Milvus Lite instead of distributed cluster</a:t>
            </a:r>
          </a:p>
          <a:p>
            <a:pPr lvl="1"/>
            <a:r>
              <a:t>Pros: Simple, maintainable, scalable to ~200k vectors</a:t>
            </a:r>
          </a:p>
          <a:p>
            <a:pPr lvl="1"/>
            <a:r>
              <a:t>Cons: No layout reasoning, O(N) retrieval latency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