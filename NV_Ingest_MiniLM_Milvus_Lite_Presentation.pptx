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NV-Ingest Attempts on Personal Laptop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Started with official NVIDIA NV-Ingest Python scripts</a:t>
            </a:r>
          </a:p>
          <a:p>
            <a:pPr>
              <a:defRPr sz="1800"/>
            </a:pPr>
            <a:r>
              <a:t>NV-Ingest is microservice-based: API, workers, ingestion service</a:t>
            </a:r>
          </a:p>
          <a:p>
            <a:pPr>
              <a:defRPr sz="1800"/>
            </a:pPr>
            <a:r>
              <a:t>Requires message queues, storage services, GPU containers</a:t>
            </a:r>
          </a:p>
          <a:p>
            <a:pPr>
              <a:defRPr sz="1800"/>
            </a:pPr>
            <a:r>
              <a:t>Client script alone fails if backend not running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Version &amp; Compatibility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3.10 → NV-Ingest failed</a:t>
            </a:r>
          </a:p>
          <a:p>
            <a:pPr>
              <a:defRPr sz="1800"/>
            </a:pPr>
            <a:r>
              <a:t>Python 3.11 → pymilvus + sentence-transformers installed → API mismatches</a:t>
            </a:r>
          </a:p>
          <a:p>
            <a:pPr>
              <a:defRPr sz="1800"/>
            </a:pPr>
            <a:r>
              <a:t>add_field, create_index errors</a:t>
            </a:r>
          </a:p>
          <a:p>
            <a:pPr>
              <a:defRPr sz="1800"/>
            </a:pPr>
            <a:r>
              <a:t>nv_ingest_api missing → ModuleNotFoundError</a:t>
            </a:r>
          </a:p>
          <a:p>
            <a:pPr>
              <a:defRPr sz="1800"/>
            </a:pPr>
            <a:r>
              <a:t>Pip package incomplete; only full NVIDIA source repo has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Docker + NV-Ingest Not Chosen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Requires multiple containers + network configs + ports + volumes</a:t>
            </a:r>
          </a:p>
          <a:p>
            <a:pPr>
              <a:defRPr sz="1800"/>
            </a:pPr>
            <a:r>
              <a:t>Version compatibility issues with Python &amp; Milvus</a:t>
            </a:r>
          </a:p>
          <a:p>
            <a:pPr>
              <a:defRPr sz="1800"/>
            </a:pPr>
            <a:r>
              <a:t>Heavy setup and debugging overhead</a:t>
            </a:r>
          </a:p>
          <a:p>
            <a:pPr>
              <a:defRPr sz="1800"/>
            </a:pPr>
            <a:r>
              <a:t>Local test easier without full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MiniLM + Milvus Lite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PDF → Text Chunking → MiniLM Embeddings → Milvus Lite (Local DB)</a:t>
            </a:r>
          </a:p>
          <a:p>
            <a:pPr>
              <a:defRPr sz="1800"/>
            </a:pPr>
            <a:r>
              <a:t>Chunking: page-level or 300-500 tokens</a:t>
            </a:r>
          </a:p>
          <a:p>
            <a:pPr>
              <a:defRPr sz="1800"/>
            </a:pPr>
            <a:r>
              <a:t>Embeddings: all-MiniLM-L6-v2 (384-dim)</a:t>
            </a:r>
          </a:p>
          <a:p>
            <a:pPr>
              <a:defRPr sz="1800"/>
            </a:pPr>
            <a:r>
              <a:t>WSL Ubuntu + Windows: /mnt/c/... mount → VS Code edits visible immediately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Pipeline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PDF loading &amp; chunking:</a:t>
            </a:r>
            <a:br/>
            <a:r>
              <a:t>text_chunks = [page.extract_text().strip() for page in reader.pages if page.extract_text().strip()]</a:t>
            </a:r>
          </a:p>
          <a:p>
            <a:pPr>
              <a:defRPr sz="1800"/>
            </a:pPr>
            <a:r>
              <a:t>Embeddings:</a:t>
            </a:r>
            <a:br/>
            <a:r>
              <a:t>model = SentenceTransformer("all-MiniLM-L6-v2")</a:t>
            </a:r>
            <a:br/>
            <a:r>
              <a:t>embeddings = model.encode(text_chunks)</a:t>
            </a:r>
          </a:p>
          <a:p>
            <a:pPr>
              <a:defRPr sz="1800"/>
            </a:pPr>
            <a:r>
              <a:t>Vector DB:</a:t>
            </a:r>
            <a:br/>
            <a:r>
              <a:t>client = MilvusClient("./milvus_demo.db")</a:t>
            </a:r>
            <a:br/>
            <a:r>
              <a:t>client.create_collection(collection_name="pdf_demo", dimension=384, auto_id=True)</a:t>
            </a:r>
            <a:br/>
            <a:r>
              <a:t>client.insert(collection_name="pdf_demo", data=[{"vector": embeddings[i].tolist(), "text": text_chunks[i]} for i in range(len(text_chunks))])</a:t>
            </a:r>
            <a:br/>
            <a:r>
              <a:t>client.load_collection("pdf_demo")</a:t>
            </a:r>
          </a:p>
          <a:p>
            <a:pPr>
              <a:defRPr sz="1800"/>
            </a:pPr>
            <a:r>
              <a:t>Semantic search over PDF content</a:t>
            </a:r>
          </a:p>
          <a:p>
            <a:pPr>
              <a:defRPr sz="1800"/>
            </a:pPr>
            <a:r>
              <a:t>Limitation: text-only, no images/charts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 in Milvus 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Create/Insert:</a:t>
            </a:r>
            <a:br/>
            <a:r>
              <a:t>client.create_collection(collection_name, dimension=384, auto_id=True)</a:t>
            </a:r>
            <a:br/>
            <a:r>
              <a:t>client.insert(collection_name, data=data)</a:t>
            </a:r>
          </a:p>
          <a:p>
            <a:pPr>
              <a:defRPr sz="1800"/>
            </a:pPr>
            <a:r>
              <a:t>Read/Search:</a:t>
            </a:r>
            <a:br/>
            <a:r>
              <a:t>results = client.search(collection_name, data=[query_embedding], limit=3, output_fields=["text"])</a:t>
            </a:r>
          </a:p>
          <a:p>
            <a:pPr>
              <a:defRPr sz="1800"/>
            </a:pPr>
            <a:r>
              <a:t>Update: delete + insert (manual)</a:t>
            </a:r>
            <a:br/>
            <a:r>
              <a:t>client.delete(collection_name, ids=[old_id])</a:t>
            </a:r>
            <a:br/>
            <a:r>
              <a:t>client.insert(collection_name, data=[new_vector])</a:t>
            </a:r>
          </a:p>
          <a:p>
            <a:pPr>
              <a:defRPr sz="1800"/>
            </a:pPr>
            <a:r>
              <a:t>Delete/Drop:</a:t>
            </a:r>
            <a:br/>
            <a:r>
              <a:t>if client.has_collection(collection_name):</a:t>
            </a:r>
            <a:br/>
            <a:r>
              <a:t>    client.drop_collection(collection_name)</a:t>
            </a:r>
          </a:p>
          <a:p>
            <a:pPr>
              <a:defRPr sz="1800"/>
            </a:pPr>
            <a:r>
              <a:t>Summary table:</a:t>
            </a:r>
            <a:br/>
            <a:r>
              <a:t>| Operation | Supported |</a:t>
            </a:r>
            <a:br/>
            <a:r>
              <a:t>|-----------|-----------|</a:t>
            </a:r>
            <a:br/>
            <a:r>
              <a:t>| Create    | ✅        |</a:t>
            </a:r>
            <a:br/>
            <a:r>
              <a:t>| Read/Search | ✅      |</a:t>
            </a:r>
            <a:br/>
            <a:r>
              <a:t>| Update    | ✅ (manual) |</a:t>
            </a:r>
            <a:br/>
            <a:r>
              <a:t>| Delete/Drop | ✅     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HNSW vs ANN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ANN (Approximate Nearest Neighbor): fast search in high-dim vectors, approximate</a:t>
            </a:r>
          </a:p>
          <a:p>
            <a:pPr>
              <a:defRPr sz="1800"/>
            </a:pPr>
            <a:r>
              <a:t>Cluster-based ANN (IVF, IVF-PQ): divide vectors into clusters, search top clusters</a:t>
            </a:r>
          </a:p>
          <a:p>
            <a:pPr>
              <a:defRPr sz="1800"/>
            </a:pPr>
            <a:r>
              <a:t>HNSW (Graph-based ANN): multi-layer graph, nodes = vectors, edges = neighbors, greedy traversal</a:t>
            </a:r>
          </a:p>
          <a:p>
            <a:pPr>
              <a:defRPr sz="1800"/>
            </a:pPr>
            <a:r>
              <a:t>Difference:</a:t>
            </a:r>
            <a:br/>
            <a:r>
              <a:t>- IVF = cluster-based ANN</a:t>
            </a:r>
            <a:br/>
            <a:r>
              <a:t>- HNSW = graph-based ANN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