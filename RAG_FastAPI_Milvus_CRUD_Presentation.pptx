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Technology Stack Used:</a:t>
            </a:r>
          </a:p>
          <a:p>
            <a:pPr lvl="1"/>
            <a:r>
              <a:t>• FastAPI (API Layer)</a:t>
            </a:r>
          </a:p>
          <a:p>
            <a:pPr lvl="1"/>
            <a:r>
              <a:t>• SentenceTransformer (Embedding Model)</a:t>
            </a:r>
          </a:p>
          <a:p>
            <a:pPr lvl="1"/>
            <a:r>
              <a:t>• Milvus Lite (Vector Database)</a:t>
            </a:r>
          </a:p>
          <a:p>
            <a:pPr lvl="1"/>
          </a:p>
          <a:p>
            <a:pPr lvl="1"/>
            <a:r>
              <a:t>Flow: Client → FastAPI → Embedding Model → Milvus → Response</a:t>
            </a:r>
          </a:p>
          <a:p>
            <a:pPr lvl="1"/>
          </a:p>
          <a:p>
            <a:pPr lvl="1"/>
            <a:r>
              <a:t>Milvus stores vectors in: milvus_demo.db (persistent file)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CRUD Operations Implemented in main.py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→ POST /create_collection</a:t>
            </a:r>
          </a:p>
          <a:p>
            <a:pPr lvl="1"/>
            <a:r>
              <a:t>• Creates Milvus collection (pdf_demo)</a:t>
            </a:r>
          </a:p>
          <a:p>
            <a:pPr lvl="1"/>
          </a:p>
          <a:p>
            <a:pPr lvl="1"/>
            <a:r>
              <a:t>Insert → POST /ingest_pdf</a:t>
            </a:r>
          </a:p>
          <a:p>
            <a:pPr lvl="1"/>
            <a:r>
              <a:t>• Extract PDF text → Generate embeddings → Store in Milvus</a:t>
            </a:r>
          </a:p>
          <a:p>
            <a:pPr lvl="1"/>
          </a:p>
          <a:p>
            <a:pPr lvl="1"/>
            <a:r>
              <a:t>Read → GET /document/{id}</a:t>
            </a:r>
          </a:p>
          <a:p>
            <a:pPr lvl="1"/>
            <a:r>
              <a:t>• Fetch document by primary key</a:t>
            </a:r>
          </a:p>
          <a:p>
            <a:pPr lvl="1"/>
          </a:p>
          <a:p>
            <a:pPr lvl="1"/>
            <a:r>
              <a:t>Update → PUT /document/{id}</a:t>
            </a:r>
          </a:p>
          <a:p>
            <a:pPr lvl="1"/>
            <a:r>
              <a:t>• Delete old vector → Re-embed text → Insert again</a:t>
            </a:r>
          </a:p>
          <a:p>
            <a:pPr lvl="1"/>
          </a:p>
          <a:p>
            <a:pPr lvl="1"/>
            <a:r>
              <a:t>Delete → DELETE /document/{id}</a:t>
            </a:r>
          </a:p>
          <a:p>
            <a:pPr lvl="1"/>
            <a:r>
              <a:t>• Removes vector by 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Running FastAPI on Linux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Run server using: uvicorn main:app --reload</a:t>
            </a:r>
          </a:p>
          <a:p>
            <a:pPr lvl="1"/>
            <a:r>
              <a:t>2. FastAPI starts on http://127.0.0.1:8000</a:t>
            </a:r>
          </a:p>
          <a:p>
            <a:pPr lvl="1"/>
            <a:r>
              <a:t>3. Connected to Milvus Lite using:</a:t>
            </a:r>
          </a:p>
          <a:p>
            <a:pPr lvl="1"/>
            <a:r>
              <a:t>   client = MilvusClient('./milvus_demo.db')</a:t>
            </a:r>
          </a:p>
          <a:p>
            <a:pPr lvl="1"/>
          </a:p>
          <a:p>
            <a:pPr lvl="1"/>
            <a:r>
              <a:t>Swagger Documentation:</a:t>
            </a:r>
          </a:p>
          <a:p>
            <a:pPr lvl="1"/>
            <a:r>
              <a:t>• Access via http://127.0.0.1:8000/docs</a:t>
            </a:r>
          </a:p>
          <a:p>
            <a:pPr lvl="1"/>
            <a:r>
              <a:t>• View all GET, POST, PUT, DELETE endpoints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POST is Used for /ask Endpoint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 is used when:</a:t>
            </a:r>
          </a:p>
          <a:p>
            <a:pPr lvl="1"/>
            <a:r>
              <a:t>• Sending data in request body</a:t>
            </a:r>
          </a:p>
          <a:p>
            <a:pPr lvl="1"/>
            <a:r>
              <a:t>• Triggering processing logic</a:t>
            </a:r>
          </a:p>
          <a:p>
            <a:pPr lvl="1"/>
            <a:r>
              <a:t>• Operation is computational (not simple retrieval)</a:t>
            </a:r>
          </a:p>
          <a:p>
            <a:pPr lvl="1"/>
          </a:p>
          <a:p>
            <a:pPr lvl="1"/>
            <a:r>
              <a:t>For /ask:</a:t>
            </a:r>
          </a:p>
          <a:p>
            <a:pPr lvl="1"/>
            <a:r>
              <a:t>1. Query text is sent in body</a:t>
            </a:r>
          </a:p>
          <a:p>
            <a:pPr lvl="1"/>
            <a:r>
              <a:t>2. Converted into embedding</a:t>
            </a:r>
          </a:p>
          <a:p>
            <a:pPr lvl="1"/>
            <a:r>
              <a:t>3. Milvus performs vector similarity search</a:t>
            </a:r>
          </a:p>
          <a:p>
            <a:pPr lvl="1"/>
            <a:r>
              <a:t>4. Returns top matching results</a:t>
            </a:r>
          </a:p>
          <a:p>
            <a:pPr lvl="1"/>
          </a:p>
          <a:p>
            <a:pPr lvl="1"/>
            <a:r>
              <a:t>Hence, POST is appropriate for ML-based search operations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Persistence &amp; Production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Milvus Lite stores data in milvus_demo.db file</a:t>
            </a:r>
          </a:p>
          <a:p>
            <a:pPr lvl="1"/>
            <a:r>
              <a:t>• If server stops → API unavailable</a:t>
            </a:r>
          </a:p>
          <a:p>
            <a:pPr lvl="1"/>
            <a:r>
              <a:t>• If restarted → Data persists</a:t>
            </a:r>
          </a:p>
          <a:p>
            <a:pPr lvl="1"/>
          </a:p>
          <a:p>
            <a:pPr lvl="1"/>
            <a:r>
              <a:t>Current Setup: Local Development (Personal Laptop)</a:t>
            </a:r>
          </a:p>
          <a:p>
            <a:pPr lvl="1"/>
          </a:p>
          <a:p>
            <a:pPr lvl="1"/>
            <a:r>
              <a:t>For Production:</a:t>
            </a:r>
          </a:p>
          <a:p>
            <a:pPr lvl="1"/>
            <a:r>
              <a:t>• Deploy FastAPI to Cloud Server (AWS/Azure/GCP)</a:t>
            </a:r>
          </a:p>
          <a:p>
            <a:pPr lvl="1"/>
            <a:r>
              <a:t>• Use External IP for 24/7 access</a:t>
            </a:r>
          </a:p>
          <a:p>
            <a:pPr lvl="1"/>
            <a:r>
              <a:t>• Replace Milvus Lite with Distributed Milvus if needed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