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Multimodal RAG Architecture (Text + Image)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Multimodal Embedding Model for Text + Image</a:t>
            </a:r>
          </a:p>
          <a:p>
            <a:r>
              <a:t>• Each text chunk → One embedding vector</a:t>
            </a:r>
          </a:p>
          <a:p>
            <a:r>
              <a:t>• Each image → Treated as ONE object (one image = one chunk)</a:t>
            </a:r>
          </a:p>
          <a:p>
            <a:r>
              <a:t>• Stored in Milvus Vector DB (COSINE similarity)</a:t>
            </a:r>
          </a:p>
          <a:p>
            <a:r>
              <a:t>• LLM added for grounded answer generation</a:t>
            </a:r>
          </a:p>
          <a:p>
            <a:r>
              <a:t>• Improved retrieval consistency across modalities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&amp; Data Types (Text + Image)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DATA TYPES:</a:t>
            </a:r>
          </a:p>
          <a:p>
            <a:r>
              <a:t>• Text → Raw string</a:t>
            </a:r>
          </a:p>
          <a:p>
            <a:r>
              <a:t>• Image → Base64 Data URL (data:image/jpeg;base64,...)</a:t>
            </a:r>
          </a:p>
          <a:p/>
          <a:p>
            <a:r>
              <a:t>EMBEDDING STORAGE (JSON format):</a:t>
            </a:r>
          </a:p>
          <a:p>
            <a:r>
              <a:t>{</a:t>
            </a:r>
          </a:p>
          <a:p>
            <a:r>
              <a:t>  "vector": [float, float, ...],</a:t>
            </a:r>
          </a:p>
          <a:p>
            <a:r>
              <a:t>  "content": "text chunk OR [IMAGE] Page X",</a:t>
            </a:r>
          </a:p>
          <a:p>
            <a:r>
              <a:t>  "page": int</a:t>
            </a:r>
          </a:p>
          <a:p>
            <a:r>
              <a:t>}</a:t>
            </a:r>
          </a:p>
          <a:p/>
          <a:p>
            <a:r>
              <a:t>OUTPUT DATA TYPES:</a:t>
            </a:r>
          </a:p>
          <a:p>
            <a:r>
              <a:t>• Answer → string</a:t>
            </a:r>
          </a:p>
          <a:p>
            <a:r>
              <a:t>• Retrieved Chunks → list[string]</a:t>
            </a:r>
          </a:p>
          <a:p>
            <a:r>
              <a:t>• Image chunks referenced as metadata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Previous Architecture vs Improved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PREVIOUS APPROACH:</a:t>
            </a:r>
          </a:p>
          <a:p>
            <a:r>
              <a:t>• Separate text model + image model</a:t>
            </a:r>
          </a:p>
          <a:p>
            <a:r>
              <a:t>• Images resized aggressively</a:t>
            </a:r>
          </a:p>
          <a:p>
            <a:r>
              <a:t>• Visual context lost during preprocessing</a:t>
            </a:r>
          </a:p>
          <a:p>
            <a:r>
              <a:t>• Poor cross-modal retrieval</a:t>
            </a:r>
          </a:p>
          <a:p>
            <a:r>
              <a:t>• Weak semantic alignment</a:t>
            </a:r>
          </a:p>
          <a:p/>
          <a:p>
            <a:r>
              <a:t>IMPROVED APPROACH:</a:t>
            </a:r>
          </a:p>
          <a:p>
            <a:r>
              <a:t>• Single multimodal embedding model</a:t>
            </a:r>
          </a:p>
          <a:p>
            <a:r>
              <a:t>• Image stored as full object (no semantic resizing loss)</a:t>
            </a:r>
          </a:p>
          <a:p>
            <a:r>
              <a:t>• One image = one chunk strategy</a:t>
            </a:r>
          </a:p>
          <a:p>
            <a:r>
              <a:t>• Stronger text-image alignment</a:t>
            </a:r>
          </a:p>
          <a:p>
            <a:r>
              <a:t>• Better retrieval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RETRIEVAL:</a:t>
            </a:r>
          </a:p>
          <a:p>
            <a:r>
              <a:t>• Very strong semantic matching</a:t>
            </a:r>
          </a:p>
          <a:p>
            <a:r>
              <a:t>• High contextual accuracy</a:t>
            </a:r>
          </a:p>
          <a:p>
            <a:r>
              <a:t>• Reliable academic PDF retrieval</a:t>
            </a:r>
          </a:p>
          <a:p/>
          <a:p>
            <a:r>
              <a:t>IMAGE RETRIEVAL:</a:t>
            </a:r>
          </a:p>
          <a:p>
            <a:r>
              <a:t>• Good nearest-neighbor retrieval</a:t>
            </a:r>
          </a:p>
          <a:p>
            <a:r>
              <a:t>• Retrieves semantically related information</a:t>
            </a:r>
          </a:p>
          <a:p>
            <a:r>
              <a:t>• Not always pixel-perfect visual reasoning</a:t>
            </a:r>
          </a:p>
          <a:p>
            <a:r>
              <a:t>• Sometimes retrieves nearby context instead of exact visual feature</a:t>
            </a:r>
          </a:p>
          <a:p/>
          <a:p>
            <a:r>
              <a:t>Reason: Vector similarity approximates meaning, not exact visual parsing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Scaling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LIMITATIONS:</a:t>
            </a:r>
          </a:p>
          <a:p>
            <a:r>
              <a:t>• Image retrieval not fully grounded in visual reasoning</a:t>
            </a:r>
          </a:p>
          <a:p>
            <a:r>
              <a:t>• No reranking layer</a:t>
            </a:r>
          </a:p>
          <a:p>
            <a:r>
              <a:t>• Fixed-size chunking</a:t>
            </a:r>
          </a:p>
          <a:p>
            <a:r>
              <a:t>• No caching layer</a:t>
            </a:r>
          </a:p>
          <a:p>
            <a:r>
              <a:t>• Single local Milvus instance</a:t>
            </a:r>
          </a:p>
          <a:p/>
          <a:p>
            <a:r>
              <a:t>SCALING STRATEGY:</a:t>
            </a:r>
          </a:p>
          <a:p>
            <a:r>
              <a:t>• Add hybrid search (dense + keyword)</a:t>
            </a:r>
          </a:p>
          <a:p>
            <a:r>
              <a:t>• Add reranker model</a:t>
            </a:r>
          </a:p>
          <a:p>
            <a:r>
              <a:t>• Add Redis cache (query + embedding cache)</a:t>
            </a:r>
          </a:p>
          <a:p>
            <a:r>
              <a:t>• Distributed Milvus deployment</a:t>
            </a:r>
          </a:p>
          <a:p>
            <a:r>
              <a:t>• Context compression before LLM</a:t>
            </a:r>
          </a:p>
          <a:p>
            <a:r>
              <a:t>• Metadata-aware filtering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